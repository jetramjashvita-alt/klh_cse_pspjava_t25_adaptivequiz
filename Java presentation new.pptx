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5B3EE1-74E2-4D35-A6D0-9105EEDCDFD3}" v="1" dt="2026-10-16T05:11:47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tramyadav@outlook.com" userId="20eb4c1f43f1dba1" providerId="LiveId" clId="{C2D44F28-9C84-428C-9F59-F423797359FB}"/>
    <pc:docChg chg="modSld">
      <pc:chgData name="jetramyadav@outlook.com" userId="20eb4c1f43f1dba1" providerId="LiveId" clId="{C2D44F28-9C84-428C-9F59-F423797359FB}" dt="2026-10-16T05:14:43.479" v="3" actId="1076"/>
      <pc:docMkLst>
        <pc:docMk/>
      </pc:docMkLst>
      <pc:sldChg chg="modSp">
        <pc:chgData name="jetramyadav@outlook.com" userId="20eb4c1f43f1dba1" providerId="LiveId" clId="{C2D44F28-9C84-428C-9F59-F423797359FB}" dt="2026-10-16T05:11:47.333" v="0"/>
        <pc:sldMkLst>
          <pc:docMk/>
          <pc:sldMk cId="1396777043" sldId="262"/>
        </pc:sldMkLst>
        <pc:spChg chg="mod">
          <ac:chgData name="jetramyadav@outlook.com" userId="20eb4c1f43f1dba1" providerId="LiveId" clId="{C2D44F28-9C84-428C-9F59-F423797359FB}" dt="2026-10-16T05:11:47.333" v="0"/>
          <ac:spMkLst>
            <pc:docMk/>
            <pc:sldMk cId="1396777043" sldId="262"/>
            <ac:spMk id="3" creationId="{764E026B-5FC7-651F-1236-75071A9D26C5}"/>
          </ac:spMkLst>
        </pc:spChg>
      </pc:sldChg>
      <pc:sldChg chg="addSp delSp modSp mod">
        <pc:chgData name="jetramyadav@outlook.com" userId="20eb4c1f43f1dba1" providerId="LiveId" clId="{C2D44F28-9C84-428C-9F59-F423797359FB}" dt="2026-10-16T05:14:43.479" v="3" actId="1076"/>
        <pc:sldMkLst>
          <pc:docMk/>
          <pc:sldMk cId="2015298957" sldId="267"/>
        </pc:sldMkLst>
        <pc:spChg chg="del">
          <ac:chgData name="jetramyadav@outlook.com" userId="20eb4c1f43f1dba1" providerId="LiveId" clId="{C2D44F28-9C84-428C-9F59-F423797359FB}" dt="2026-10-16T05:14:36.666" v="1" actId="22"/>
          <ac:spMkLst>
            <pc:docMk/>
            <pc:sldMk cId="2015298957" sldId="267"/>
            <ac:spMk id="3" creationId="{FAF50197-AF06-5AEF-7EEE-2BB7A4AD930C}"/>
          </ac:spMkLst>
        </pc:spChg>
        <pc:picChg chg="add mod ord">
          <ac:chgData name="jetramyadav@outlook.com" userId="20eb4c1f43f1dba1" providerId="LiveId" clId="{C2D44F28-9C84-428C-9F59-F423797359FB}" dt="2026-10-16T05:14:43.479" v="3" actId="1076"/>
          <ac:picMkLst>
            <pc:docMk/>
            <pc:sldMk cId="2015298957" sldId="267"/>
            <ac:picMk id="7" creationId="{AB1DC8AC-DD0E-ECB1-9ADA-B4685CFCAAA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ADAPTIVE QUIZ &amp; EXAMINATION ENGINE</a:t>
            </a:r>
            <a:br>
              <a:rPr lang="en-IN" dirty="0"/>
            </a:br>
            <a:br>
              <a:rPr lang="en-IN" dirty="0"/>
            </a:br>
            <a:r>
              <a:rPr lang="en-IN" sz="4900" dirty="0"/>
              <a:t>Team No : 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2"/>
            <a:ext cx="9144000" cy="1655762"/>
          </a:xfrm>
        </p:spPr>
        <p:txBody>
          <a:bodyPr/>
          <a:lstStyle/>
          <a:p>
            <a:r>
              <a:rPr lang="en-IN" dirty="0" err="1"/>
              <a:t>J.Jashvita</a:t>
            </a:r>
            <a:r>
              <a:rPr lang="en-IN" dirty="0"/>
              <a:t> Reddy - 2620080009</a:t>
            </a:r>
          </a:p>
          <a:p>
            <a:r>
              <a:rPr lang="en-IN" dirty="0" err="1"/>
              <a:t>K.Srilekha</a:t>
            </a:r>
            <a:r>
              <a:rPr lang="en-IN" dirty="0"/>
              <a:t> Reddy - 2620090019</a:t>
            </a:r>
          </a:p>
          <a:p>
            <a:endParaRPr lang="en-IN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16-10-2026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8925232" cy="3756537"/>
          </a:xfrm>
        </p:spPr>
        <p:txBody>
          <a:bodyPr>
            <a:normAutofit/>
          </a:bodyPr>
          <a:lstStyle/>
          <a:p>
            <a:r>
              <a:rPr lang="en-IN" sz="2000" b="1" dirty="0"/>
              <a:t>Adaptive Quiz and Examination Engine</a:t>
            </a:r>
            <a:r>
              <a:rPr lang="en-IN" sz="2000" dirty="0"/>
              <a:t> is an intelligent web-based system that personalizes assessments based on student performance. Correct answers lead to harder questions, while incorrect answers lead to easier or concept-based questions.</a:t>
            </a:r>
          </a:p>
          <a:p>
            <a:r>
              <a:rPr lang="en-IN" sz="2000" dirty="0"/>
              <a:t>It provides question management, quiz generation, scheduling, time limits, automatic evaluation, scoring, performance analysis, and feedback. It identifies strengths and weaknesses while reducing manual evaluation.</a:t>
            </a:r>
          </a:p>
          <a:p>
            <a:r>
              <a:rPr lang="en-IN" sz="2000" dirty="0"/>
              <a:t>The main objective is to create a </a:t>
            </a:r>
            <a:r>
              <a:rPr lang="en-IN" sz="2000" b="1" dirty="0"/>
              <a:t>smart, flexible, and student-</a:t>
            </a:r>
            <a:r>
              <a:rPr lang="en-IN" sz="2000" b="1" dirty="0" err="1"/>
              <a:t>centered</a:t>
            </a:r>
            <a:r>
              <a:rPr lang="en-IN" sz="2000" b="1" dirty="0"/>
              <a:t> assessment platform</a:t>
            </a:r>
            <a:r>
              <a:rPr lang="en-IN" sz="2000" dirty="0"/>
              <a:t> for schools, colleges, training institutes, and online learning platforms.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0932"/>
            <a:ext cx="10515600" cy="1325563"/>
          </a:xfrm>
        </p:spPr>
        <p:txBody>
          <a:bodyPr/>
          <a:lstStyle/>
          <a:p>
            <a:r>
              <a:rPr lang="en-IN" dirty="0"/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84974" cy="4339201"/>
          </a:xfrm>
        </p:spPr>
        <p:txBody>
          <a:bodyPr>
            <a:normAutofit/>
          </a:bodyPr>
          <a:lstStyle/>
          <a:p>
            <a:r>
              <a:rPr lang="en-IN" sz="2200" dirty="0"/>
              <a:t>Managing quizzes and examinations manually makes it difficult to organize questions, adjust difficulty levels according to student performance, evaluate answers efficiently, track learning progress, and identify students' strengths and weaknesses.</a:t>
            </a:r>
          </a:p>
          <a:p>
            <a:r>
              <a:rPr lang="en-IN" sz="2200" b="1" dirty="0"/>
              <a:t>Objectives:</a:t>
            </a:r>
            <a:endParaRPr lang="en-IN" sz="2200" dirty="0"/>
          </a:p>
          <a:p>
            <a:r>
              <a:rPr lang="en-IN" sz="2200" dirty="0"/>
              <a:t> Maintain a question bank containing questions, answers, and difficulty levels.</a:t>
            </a:r>
          </a:p>
          <a:p>
            <a:r>
              <a:rPr lang="en-IN" sz="2200" dirty="0"/>
              <a:t> Create and manage quizzes and examinations efficiently.</a:t>
            </a:r>
          </a:p>
          <a:p>
            <a:r>
              <a:rPr lang="en-IN" sz="2200" dirty="0"/>
              <a:t> Adjust question difficulty based on students' performance.</a:t>
            </a:r>
          </a:p>
          <a:p>
            <a:r>
              <a:rPr lang="en-IN" sz="2200" dirty="0"/>
              <a:t>Automate answer evaluation and score calculation.</a:t>
            </a:r>
          </a:p>
          <a:p>
            <a:r>
              <a:rPr lang="en-IN" sz="2200" dirty="0"/>
              <a:t>Track student performance and generate reports.</a:t>
            </a:r>
          </a:p>
          <a:p>
            <a:r>
              <a:rPr lang="en-IN" sz="2200" dirty="0"/>
              <a:t> Provide immediate feedback to improve the learning experience.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55710" cy="4530725"/>
          </a:xfrm>
        </p:spPr>
        <p:txBody>
          <a:bodyPr>
            <a:normAutofit/>
          </a:bodyPr>
          <a:lstStyle/>
          <a:p>
            <a:pPr lvl="0"/>
            <a:r>
              <a:rPr lang="en-IN" sz="2000" b="1" dirty="0"/>
              <a:t>Program Structure:</a:t>
            </a:r>
            <a:r>
              <a:rPr lang="en-IN" sz="2000" dirty="0"/>
              <a:t> Classes, main(), and execution.</a:t>
            </a:r>
          </a:p>
          <a:p>
            <a:pPr lvl="0"/>
            <a:r>
              <a:rPr lang="en-IN" sz="2000" b="1" dirty="0"/>
              <a:t>Data Types &amp; Variables:</a:t>
            </a:r>
            <a:r>
              <a:rPr lang="en-IN" sz="2000" dirty="0"/>
              <a:t> Store scores, questions, and answers.</a:t>
            </a:r>
          </a:p>
          <a:p>
            <a:pPr lvl="0"/>
            <a:r>
              <a:rPr lang="en-IN" sz="2000" b="1" dirty="0"/>
              <a:t>Constants:</a:t>
            </a:r>
            <a:r>
              <a:rPr lang="en-IN" sz="2000" dirty="0"/>
              <a:t> Fix marks, time limits, and difficulty levels.</a:t>
            </a:r>
          </a:p>
          <a:p>
            <a:pPr lvl="0"/>
            <a:r>
              <a:rPr lang="en-IN" sz="2000" b="1" dirty="0"/>
              <a:t>Operators:</a:t>
            </a:r>
            <a:r>
              <a:rPr lang="en-IN" sz="2000" dirty="0"/>
              <a:t> Perform calculations and validations.</a:t>
            </a:r>
          </a:p>
          <a:p>
            <a:pPr lvl="0"/>
            <a:r>
              <a:rPr lang="en-IN" sz="2000" b="1" dirty="0"/>
              <a:t>Type Casting &amp; Expressions:</a:t>
            </a:r>
            <a:r>
              <a:rPr lang="en-IN" sz="2000" dirty="0"/>
              <a:t> Calculate percentages and performance.</a:t>
            </a:r>
          </a:p>
          <a:p>
            <a:pPr lvl="0"/>
            <a:r>
              <a:rPr lang="en-IN" sz="2000" b="1" dirty="0"/>
              <a:t>Console I/O:</a:t>
            </a:r>
            <a:r>
              <a:rPr lang="en-IN" sz="2000" dirty="0"/>
              <a:t> Scanner and </a:t>
            </a:r>
            <a:r>
              <a:rPr lang="en-IN" sz="2000" dirty="0" err="1"/>
              <a:t>println</a:t>
            </a:r>
            <a:r>
              <a:rPr lang="en-IN" sz="2000" dirty="0"/>
              <a:t>() for input and output.</a:t>
            </a:r>
          </a:p>
          <a:p>
            <a:pPr lvl="0"/>
            <a:r>
              <a:rPr lang="en-IN" sz="2000" b="1" dirty="0"/>
              <a:t>Formatted Output:</a:t>
            </a:r>
            <a:r>
              <a:rPr lang="en-IN" sz="2000" dirty="0"/>
              <a:t> </a:t>
            </a:r>
            <a:r>
              <a:rPr lang="en-IN" sz="2000" dirty="0" err="1"/>
              <a:t>printf</a:t>
            </a:r>
            <a:r>
              <a:rPr lang="en-IN" sz="2000" dirty="0"/>
              <a:t>() for score reports.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b="1" dirty="0"/>
              <a:t>Switch Statement:</a:t>
            </a:r>
            <a:r>
              <a:rPr lang="en-IN" sz="2000" dirty="0"/>
              <a:t> Manage menus, quiz options, results, and exit.</a:t>
            </a:r>
          </a:p>
          <a:p>
            <a:pPr lvl="0"/>
            <a:r>
              <a:rPr lang="en-IN" sz="2000" b="1" dirty="0"/>
              <a:t>Conditional Statements:</a:t>
            </a:r>
            <a:r>
              <a:rPr lang="en-IN" sz="2000" dirty="0"/>
              <a:t> Use if, if-else, nested if, and else-if to validate answers and set difficulty levels.</a:t>
            </a:r>
          </a:p>
          <a:p>
            <a:pPr lvl="0"/>
            <a:r>
              <a:rPr lang="en-IN" sz="2000" b="1" dirty="0"/>
              <a:t>Loops:</a:t>
            </a:r>
            <a:r>
              <a:rPr lang="en-IN" sz="2000" dirty="0"/>
              <a:t> Use while, do-while, and for to display questions and process answers.</a:t>
            </a:r>
          </a:p>
          <a:p>
            <a:pPr lvl="0"/>
            <a:r>
              <a:rPr lang="en-IN" sz="2000" b="1" dirty="0"/>
              <a:t>Break and Continue:</a:t>
            </a:r>
            <a:r>
              <a:rPr lang="en-IN" sz="2000" dirty="0"/>
              <a:t> Control loops when quizzes end, time expires, or invalid inputs occur.</a:t>
            </a:r>
          </a:p>
          <a:p>
            <a:pPr lvl="0"/>
            <a:r>
              <a:rPr lang="en-IN" sz="2000" b="1" dirty="0"/>
              <a:t>Nested Loops:</a:t>
            </a:r>
            <a:r>
              <a:rPr lang="en-IN" sz="2000" dirty="0"/>
              <a:t> Handle multiple questions across quizzes and subjects.</a:t>
            </a:r>
          </a:p>
          <a:p>
            <a:pPr lvl="0"/>
            <a:r>
              <a:rPr lang="en-IN" sz="2000" b="1" dirty="0"/>
              <a:t>Infinite Loop Prevention:</a:t>
            </a:r>
            <a:r>
              <a:rPr lang="en-IN" sz="2000" dirty="0"/>
              <a:t> Stop loops when exams finish or users select Exit.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16-10-2026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b="1" dirty="0"/>
              <a:t>Modular Programming:</a:t>
            </a:r>
            <a:r>
              <a:rPr lang="en-IN" sz="2000" dirty="0"/>
              <a:t> Divide tasks into methods.</a:t>
            </a:r>
          </a:p>
          <a:p>
            <a:pPr lvl="0"/>
            <a:r>
              <a:rPr lang="en-IN" sz="2000" b="1" dirty="0"/>
              <a:t>Method Definition &amp; Invocation:</a:t>
            </a:r>
            <a:r>
              <a:rPr lang="en-IN" sz="2000" dirty="0"/>
              <a:t> Create reusable methods.</a:t>
            </a:r>
          </a:p>
          <a:p>
            <a:pPr lvl="0"/>
            <a:r>
              <a:rPr lang="en-IN" sz="2000" b="1" dirty="0"/>
              <a:t>Parameters &amp; Return Values:</a:t>
            </a:r>
            <a:r>
              <a:rPr lang="en-IN" sz="2000" dirty="0"/>
              <a:t> Pass data and return results.</a:t>
            </a:r>
          </a:p>
          <a:p>
            <a:pPr lvl="0"/>
            <a:r>
              <a:rPr lang="en-IN" sz="2000" b="1" dirty="0"/>
              <a:t>Method Overloading:</a:t>
            </a:r>
            <a:r>
              <a:rPr lang="en-IN" sz="2000" dirty="0"/>
              <a:t> Search by title or artist.</a:t>
            </a:r>
          </a:p>
          <a:p>
            <a:pPr lvl="0"/>
            <a:r>
              <a:rPr lang="en-IN" sz="2000" b="1" dirty="0"/>
              <a:t>Enhanced For Loop:</a:t>
            </a:r>
            <a:r>
              <a:rPr lang="en-IN" sz="2000" dirty="0"/>
              <a:t> Iterate through songs.</a:t>
            </a:r>
          </a:p>
          <a:p>
            <a:pPr lvl="0"/>
            <a:r>
              <a:rPr lang="en-IN" sz="2000" b="1" dirty="0"/>
              <a:t>Recursion:</a:t>
            </a:r>
            <a:r>
              <a:rPr lang="en-IN" sz="2000" dirty="0"/>
              <a:t> Perform recursive searches.</a:t>
            </a:r>
          </a:p>
          <a:p>
            <a:pPr lvl="0"/>
            <a:r>
              <a:rPr lang="en-IN" sz="2000" b="1" dirty="0"/>
              <a:t>1D Arrays:</a:t>
            </a:r>
            <a:r>
              <a:rPr lang="en-IN" sz="2000" dirty="0"/>
              <a:t> Store ratings and play counts.</a:t>
            </a:r>
          </a:p>
          <a:p>
            <a:pPr lvl="0"/>
            <a:r>
              <a:rPr lang="en-IN" sz="2000" b="1" dirty="0"/>
              <a:t>Searching &amp; Statistics:</a:t>
            </a:r>
            <a:r>
              <a:rPr lang="en-IN" sz="2000" dirty="0"/>
              <a:t> Find songs and calculate averages.</a:t>
            </a:r>
          </a:p>
          <a:p>
            <a:pPr lvl="0"/>
            <a:r>
              <a:rPr lang="en-IN" sz="2000" b="1" dirty="0"/>
              <a:t>2D Arrays:</a:t>
            </a:r>
            <a:r>
              <a:rPr lang="en-IN" sz="2000" dirty="0"/>
              <a:t> Store monthly music statistics.</a:t>
            </a:r>
          </a:p>
          <a:p>
            <a:pPr defTabSz="452438">
              <a:lnSpc>
                <a:spcPct val="100000"/>
              </a:lnSpc>
              <a:spcBef>
                <a:spcPts val="1100"/>
              </a:spcBef>
              <a:buClr>
                <a:srgbClr val="FFFFFF"/>
              </a:buClr>
              <a:buSzPct val="100000"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IN" sz="2600" b="1" dirty="0"/>
              <a:t>Classes and Objects:</a:t>
            </a:r>
            <a:r>
              <a:rPr lang="en-IN" sz="2600" dirty="0"/>
              <a:t> Manage questions, quizzes, students, and exams.</a:t>
            </a:r>
          </a:p>
          <a:p>
            <a:pPr lvl="0"/>
            <a:r>
              <a:rPr lang="en-IN" sz="2600" b="1" dirty="0"/>
              <a:t>Constructors:</a:t>
            </a:r>
            <a:r>
              <a:rPr lang="en-IN" sz="2600" dirty="0"/>
              <a:t> Initialize questions, answers, students, and difficulty levels.</a:t>
            </a:r>
          </a:p>
          <a:p>
            <a:pPr lvl="0"/>
            <a:r>
              <a:rPr lang="en-IN" sz="2600" b="1" dirty="0"/>
              <a:t>Constructor Overloading and this:</a:t>
            </a:r>
            <a:r>
              <a:rPr lang="en-IN" sz="2600" dirty="0"/>
              <a:t> Create objects in different ways.</a:t>
            </a:r>
          </a:p>
          <a:p>
            <a:pPr lvl="0"/>
            <a:r>
              <a:rPr lang="en-IN" sz="2600" b="1" dirty="0"/>
              <a:t>Encapsulation:</a:t>
            </a:r>
            <a:r>
              <a:rPr lang="en-IN" sz="2600" dirty="0"/>
              <a:t> Use private fields with getters and setters.</a:t>
            </a:r>
          </a:p>
          <a:p>
            <a:pPr lvl="0"/>
            <a:r>
              <a:rPr lang="en-IN" sz="2600" b="1" dirty="0"/>
              <a:t>Static Members and Constants:</a:t>
            </a:r>
            <a:r>
              <a:rPr lang="en-IN" sz="2600" dirty="0"/>
              <a:t> Define fixed marks, time limits, and difficulty levels.</a:t>
            </a:r>
          </a:p>
          <a:p>
            <a:pPr lvl="0"/>
            <a:r>
              <a:rPr lang="en-IN" sz="2600" b="1" dirty="0"/>
              <a:t>Inheritance:</a:t>
            </a:r>
            <a:r>
              <a:rPr lang="en-IN" sz="2600" dirty="0"/>
              <a:t> Extend Assessment into Quiz and Examination.</a:t>
            </a:r>
          </a:p>
          <a:p>
            <a:pPr lvl="0"/>
            <a:r>
              <a:rPr lang="en-IN" sz="2600" b="1" dirty="0"/>
              <a:t>Interfaces:</a:t>
            </a:r>
            <a:r>
              <a:rPr lang="en-IN" sz="2600" dirty="0"/>
              <a:t> Use </a:t>
            </a:r>
            <a:r>
              <a:rPr lang="en-IN" sz="2600" dirty="0" err="1"/>
              <a:t>Evaluatable</a:t>
            </a:r>
            <a:r>
              <a:rPr lang="en-IN" sz="2600" dirty="0"/>
              <a:t> to evaluate answers and calculate scores.</a:t>
            </a:r>
          </a:p>
          <a:p>
            <a:pPr lvl="0"/>
            <a:r>
              <a:rPr lang="en-IN" sz="2600" b="1" dirty="0"/>
              <a:t>Method Overriding:</a:t>
            </a:r>
            <a:r>
              <a:rPr lang="en-IN" sz="2600" dirty="0"/>
              <a:t> Customize evaluate() and </a:t>
            </a:r>
            <a:r>
              <a:rPr lang="en-IN" sz="2600" dirty="0" err="1"/>
              <a:t>displayResults</a:t>
            </a:r>
            <a:r>
              <a:rPr lang="en-IN" sz="2600" dirty="0"/>
              <a:t>().</a:t>
            </a:r>
          </a:p>
          <a:p>
            <a:pPr lvl="0"/>
            <a:r>
              <a:rPr lang="en-IN" sz="2600" b="1" dirty="0"/>
              <a:t>Exception Handling:</a:t>
            </a:r>
            <a:r>
              <a:rPr lang="en-IN" sz="2600" dirty="0"/>
              <a:t> Handle invalid inputs and exam errors using try, catch, and finally.</a:t>
            </a:r>
          </a:p>
          <a:p>
            <a:pPr lvl="0"/>
            <a:r>
              <a:rPr lang="en-IN" sz="2600" b="1" dirty="0"/>
              <a:t>Information Hiding:</a:t>
            </a:r>
            <a:r>
              <a:rPr lang="en-IN" sz="2600" dirty="0"/>
              <a:t> Protect questions, answers, student records, and results.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331"/>
            <a:ext cx="11275142" cy="5032376"/>
          </a:xfrm>
        </p:spPr>
        <p:txBody>
          <a:bodyPr>
            <a:noAutofit/>
          </a:bodyPr>
          <a:lstStyle/>
          <a:p>
            <a:pPr lvl="0"/>
            <a:r>
              <a:rPr lang="en-IN" sz="2000" b="1" dirty="0"/>
              <a:t>String Operations:</a:t>
            </a:r>
            <a:r>
              <a:rPr lang="en-IN" sz="2000" dirty="0"/>
              <a:t> Process questions, names, and answers.</a:t>
            </a:r>
          </a:p>
          <a:p>
            <a:pPr lvl="0"/>
            <a:r>
              <a:rPr lang="en-IN" sz="2000" b="1" dirty="0"/>
              <a:t>String Comparison:</a:t>
            </a:r>
            <a:r>
              <a:rPr lang="en-IN" sz="2000" dirty="0"/>
              <a:t> Validate student answers.</a:t>
            </a:r>
          </a:p>
          <a:p>
            <a:pPr lvl="0"/>
            <a:r>
              <a:rPr lang="en-IN" sz="2000" b="1" dirty="0"/>
              <a:t>StringBuilder:</a:t>
            </a:r>
            <a:r>
              <a:rPr lang="en-IN" sz="2000" dirty="0"/>
              <a:t> Generate score reports.</a:t>
            </a:r>
          </a:p>
          <a:p>
            <a:pPr lvl="0"/>
            <a:r>
              <a:rPr lang="en-IN" sz="2000" b="1" dirty="0"/>
              <a:t>String Processing:</a:t>
            </a:r>
            <a:r>
              <a:rPr lang="en-IN" sz="2000" dirty="0"/>
              <a:t> Process question and student data.</a:t>
            </a:r>
          </a:p>
          <a:p>
            <a:pPr lvl="0"/>
            <a:r>
              <a:rPr lang="en-IN" sz="2000" b="1" dirty="0"/>
              <a:t>Searching and Sorting:</a:t>
            </a:r>
            <a:r>
              <a:rPr lang="en-IN" sz="2000" dirty="0"/>
              <a:t> Find and sort questions.</a:t>
            </a:r>
          </a:p>
          <a:p>
            <a:pPr lvl="0"/>
            <a:r>
              <a:rPr lang="en-IN" sz="2000" b="1" dirty="0" err="1"/>
              <a:t>Collections.sort</a:t>
            </a:r>
            <a:r>
              <a:rPr lang="en-IN" sz="2000" b="1" dirty="0"/>
              <a:t>():</a:t>
            </a:r>
            <a:r>
              <a:rPr lang="en-IN" sz="2000" dirty="0"/>
              <a:t> Sort questions by text or difficulty.</a:t>
            </a:r>
          </a:p>
          <a:p>
            <a:pPr lvl="0"/>
            <a:r>
              <a:rPr lang="en-IN" sz="2000" b="1" dirty="0"/>
              <a:t>Comparator Interface:</a:t>
            </a:r>
            <a:r>
              <a:rPr lang="en-IN" sz="2000" dirty="0"/>
              <a:t> Custom sorting by subject or marks.</a:t>
            </a:r>
          </a:p>
          <a:p>
            <a:pPr lvl="0"/>
            <a:r>
              <a:rPr lang="en-IN" sz="2000" b="1" dirty="0"/>
              <a:t>File Reading:</a:t>
            </a:r>
            <a:r>
              <a:rPr lang="en-IN" sz="2000" dirty="0"/>
              <a:t> Load questions and exam details.</a:t>
            </a:r>
          </a:p>
          <a:p>
            <a:pPr lvl="0"/>
            <a:r>
              <a:rPr lang="en-IN" sz="2000" b="1" dirty="0"/>
              <a:t>File Writing:</a:t>
            </a:r>
            <a:r>
              <a:rPr lang="en-IN" sz="2000" dirty="0"/>
              <a:t> Save scores and results.</a:t>
            </a:r>
          </a:p>
          <a:p>
            <a:pPr lvl="0"/>
            <a:r>
              <a:rPr lang="en-IN" sz="2000" b="1" dirty="0"/>
              <a:t>Exception Handling:</a:t>
            </a:r>
            <a:r>
              <a:rPr lang="en-IN" sz="2000" dirty="0"/>
              <a:t> Handle file and data errors.</a:t>
            </a:r>
          </a:p>
          <a:p>
            <a:pPr marL="0" lvl="0" indent="0">
              <a:buNone/>
            </a:pPr>
            <a:endParaRPr lang="en-IN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90703" cy="4398194"/>
          </a:xfrm>
        </p:spPr>
        <p:txBody>
          <a:bodyPr>
            <a:normAutofit/>
          </a:bodyPr>
          <a:lstStyle/>
          <a:p>
            <a:pPr lvl="0"/>
            <a:r>
              <a:rPr lang="en-IN" sz="2200" b="1" dirty="0"/>
              <a:t>Collections Framework:</a:t>
            </a:r>
            <a:r>
              <a:rPr lang="en-IN" sz="2200" dirty="0"/>
              <a:t> Manage questions and results.</a:t>
            </a:r>
          </a:p>
          <a:p>
            <a:pPr lvl="0"/>
            <a:r>
              <a:rPr lang="en-IN" sz="2200" b="1" dirty="0"/>
              <a:t>Generics:</a:t>
            </a:r>
            <a:r>
              <a:rPr lang="en-IN" sz="2200" dirty="0"/>
              <a:t> Ensure type safety.</a:t>
            </a:r>
          </a:p>
          <a:p>
            <a:pPr lvl="0"/>
            <a:r>
              <a:rPr lang="en-IN" sz="2200" b="1" dirty="0"/>
              <a:t>Collection Iteration:</a:t>
            </a:r>
            <a:r>
              <a:rPr lang="en-IN" sz="2200" dirty="0"/>
              <a:t> Process records.</a:t>
            </a:r>
          </a:p>
          <a:p>
            <a:pPr lvl="0"/>
            <a:r>
              <a:rPr lang="en-IN" sz="2200" b="1" dirty="0"/>
              <a:t>Lambda Expressions:</a:t>
            </a:r>
            <a:r>
              <a:rPr lang="en-IN" sz="2200" dirty="0"/>
              <a:t> Sort and filter data.</a:t>
            </a:r>
          </a:p>
          <a:p>
            <a:pPr lvl="0"/>
            <a:r>
              <a:rPr lang="en-IN" sz="2200" b="1" dirty="0"/>
              <a:t>Functional Interfaces:</a:t>
            </a:r>
            <a:r>
              <a:rPr lang="en-IN" sz="2200" dirty="0"/>
              <a:t> Process and display results.</a:t>
            </a:r>
          </a:p>
          <a:p>
            <a:pPr lvl="0"/>
            <a:r>
              <a:rPr lang="en-IN" sz="2200" b="1" dirty="0"/>
              <a:t>Stream Operations:</a:t>
            </a:r>
            <a:r>
              <a:rPr lang="en-IN" sz="2200" dirty="0"/>
              <a:t> Filter, map, sort, and remove duplicates.</a:t>
            </a:r>
          </a:p>
          <a:p>
            <a:pPr lvl="0"/>
            <a:r>
              <a:rPr lang="en-IN" sz="2200" b="1" dirty="0"/>
              <a:t>Terminal Operations:</a:t>
            </a:r>
            <a:r>
              <a:rPr lang="en-IN" sz="2200" dirty="0"/>
              <a:t> Count and calculate marks.</a:t>
            </a:r>
          </a:p>
          <a:p>
            <a:pPr lvl="0"/>
            <a:r>
              <a:rPr lang="en-IN" sz="2200" b="1" dirty="0"/>
              <a:t>Collectors:</a:t>
            </a:r>
            <a:r>
              <a:rPr lang="en-IN" sz="2200" dirty="0"/>
              <a:t> Group data for reports.</a:t>
            </a:r>
          </a:p>
          <a:p>
            <a:pPr lvl="0"/>
            <a:r>
              <a:rPr lang="en-IN" sz="2200" b="1" dirty="0"/>
              <a:t>Performance Statistics:</a:t>
            </a:r>
            <a:r>
              <a:rPr lang="en-IN" sz="2200" dirty="0"/>
              <a:t> Calculate averages and </a:t>
            </a:r>
            <a:r>
              <a:rPr lang="en-IN" sz="2200" dirty="0" err="1"/>
              <a:t>analyze</a:t>
            </a:r>
            <a:r>
              <a:rPr lang="en-IN" sz="2200" dirty="0"/>
              <a:t> performance.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3004"/>
            <a:ext cx="10515600" cy="132556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8567"/>
            <a:ext cx="7420897" cy="3070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Adaptive Quiz and Examination Engine applies all six course modules to one practical problem. It begins with a simple question-and-score program, then adds control flow, methods, arrays, and object-oriented design. File handling and collection processing extend it to larger question banks, while Streams and performance-based selection make the quiz adaptive. Together, these modules show how Java concepts can be combined to build a structured, robust, and personalized assessment system.</a:t>
            </a: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1DC8AC-DD0E-ECB1-9ADA-B4685CFCA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5768" y="1553497"/>
            <a:ext cx="5518435" cy="318047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https://github.com/jetramjashvita-alt/KLH_CSE_PSPJAVA_T25_ADAPTIVEQUIZ.git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903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ADAPTIVE QUIZ &amp; EXAMINATION ENGINE  Team No : 25</vt:lpstr>
      <vt:lpstr>Abstract :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jetramyadav@outlook.com</cp:lastModifiedBy>
  <cp:revision>3</cp:revision>
  <dcterms:created xsi:type="dcterms:W3CDTF">2026-09-15T09:57:10Z</dcterms:created>
  <dcterms:modified xsi:type="dcterms:W3CDTF">2026-10-16T05:14:45Z</dcterms:modified>
</cp:coreProperties>
</file>